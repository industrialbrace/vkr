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79" r:id="rId5"/>
    <p:sldId id="281" r:id="rId6"/>
    <p:sldId id="282" r:id="rId7"/>
    <p:sldId id="283" r:id="rId8"/>
    <p:sldId id="284" r:id="rId9"/>
    <p:sldId id="280" r:id="rId10"/>
    <p:sldId id="27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07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f0MoI7WtcNSt+DHMGVizH6/gV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4"/>
  </p:normalViewPr>
  <p:slideViewPr>
    <p:cSldViewPr snapToGrid="0">
      <p:cViewPr varScale="1">
        <p:scale>
          <a:sx n="79" d="100"/>
          <a:sy n="79" d="100"/>
        </p:scale>
        <p:origin x="848" y="48"/>
      </p:cViewPr>
      <p:guideLst>
        <p:guide orient="horz" pos="1620"/>
        <p:guide pos="2880"/>
        <p:guide pos="30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50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31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E42EAF-3BD1-EBAB-F6D7-CCAFF00D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90268D2C-7601-447C-9C46-581FF906D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A83C802E-7ED7-2CE4-D7F0-07C4AB388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074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20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04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24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1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7" y="-7082"/>
            <a:ext cx="9144793" cy="51576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71499" y="2468884"/>
            <a:ext cx="9001000" cy="10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lang="ru-RU" sz="28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НАЗВАНИЕ ТЕМЫ</a:t>
            </a:r>
            <a:endParaRPr sz="2800" b="1" dirty="0">
              <a:solidFill>
                <a:schemeClr val="lt1"/>
              </a:solidFill>
              <a:latin typeface="PT Sans" pitchFamily="34" charset="-52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403648" y="163769"/>
            <a:ext cx="6336702" cy="284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МИНИСТЕРСТВО НАУКИ И ВЫСШЕГО ОБРАЗОВАНИЯ 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РОССИЙСКОЙ ФЕДЕРАЦИИ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 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«КАЗАНСКИЙ (ПРИВОЛЖСКИЙ) ФЕДЕРАЛЬНЫЙ УНИВЕРСИТЕТ» </a:t>
            </a:r>
            <a:endParaRPr dirty="0">
              <a:latin typeface="PT Sans" pitchFamily="34" charset="-52"/>
            </a:endParaRPr>
          </a:p>
          <a:p>
            <a:pPr marL="0" lvl="0" indent="0" algn="ctr" rtl="0">
              <a:spcBef>
                <a:spcPts val="26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br>
              <a:rPr lang="ru-RU" sz="8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 ИНСТИТУТ УПРАВЛЕНИЯ, ЭКОНОМИКИ И ФИНАНСОВ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КАФЕДРА ИННОВАЦИЙ И ИНВЕСТИЦИЙ</a:t>
            </a:r>
            <a:br>
              <a:rPr lang="ru-RU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Направление подготовки: 38.03.02 «Менеджмент»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Профиль: Бизнес-аналитика в управленческой деятельности</a:t>
            </a:r>
            <a:endParaRPr sz="1300" b="1" dirty="0">
              <a:solidFill>
                <a:schemeClr val="lt1"/>
              </a:solidFill>
              <a:latin typeface="PT Sans" pitchFamily="34" charset="-52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331640" y="2355727"/>
            <a:ext cx="6516727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92" name="Google Shape;92;p1"/>
          <p:cNvSpPr txBox="1"/>
          <p:nvPr/>
        </p:nvSpPr>
        <p:spPr>
          <a:xfrm>
            <a:off x="5688123" y="3600820"/>
            <a:ext cx="324036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0" u="none" strike="noStrike" cap="none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ФИО</a:t>
            </a:r>
            <a:endParaRPr b="1" dirty="0">
              <a:latin typeface="PT Sans" pitchFamily="34" charset="-52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0" u="none" strike="noStrike" cap="none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Группа: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0" u="none" strike="noStrike" cap="none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Научный руководитель:</a:t>
            </a:r>
            <a:endParaRPr b="1" dirty="0">
              <a:latin typeface="PT Sans" pitchFamily="34" charset="-52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000363" y="4616483"/>
            <a:ext cx="314327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i="0" u="none" strike="noStrike" cap="none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Казань – 202</a:t>
            </a:r>
            <a:r>
              <a:rPr lang="en-US" b="0" i="0" u="none" strike="noStrike" cap="none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6</a:t>
            </a:r>
            <a:endParaRPr dirty="0">
              <a:latin typeface="PT Sans" pitchFamily="34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1003283" y="131474"/>
            <a:ext cx="7668344" cy="58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7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АКТУАЛЬНОСТЬ</a:t>
            </a:r>
            <a:endParaRPr dirty="0">
              <a:latin typeface="PT Sans" pitchFamily="34" charset="-52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idx="12"/>
          </p:nvPr>
        </p:nvSpPr>
        <p:spPr>
          <a:xfrm>
            <a:off x="-590001" y="4749496"/>
            <a:ext cx="2133600" cy="27384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174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ЦЕЛИ И ЗАДАЧИ*</a:t>
            </a:r>
            <a:b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b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*не более 5 задач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3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РЕЗУЛЬТАТЫ ПО ЗАДАЧЕ 1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4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8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654DBB99-0041-81DC-EA32-364023B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D0431820-259B-6A50-55C7-2BF07FA3C6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46BE5F27-4E0F-B565-884D-23AA9EA802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DD0F9BB5-8582-78F1-DAD2-56DB6BC82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РЕЗУЛЬТАТЫ ПО ЗАДАЧЕ 2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12458411-1D60-5D85-DC89-8BCC49AFBBF3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5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6BB5FD5-1A2A-10F6-EABB-5DFE931E3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8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РЕЗУЛЬТАТЫ ПО ЗАДАЧЕ 3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6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7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РЕЗУЛЬТАТЫ ПО ЗАДАЧЕ 4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7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3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РЕЗУЛЬТАТЫ ПО ЗАДАЧЕ 5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8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989551" y="-25520"/>
            <a:ext cx="746544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lang="ru-RU" sz="2400" b="1" dirty="0">
                <a:solidFill>
                  <a:srgbClr val="17365D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ВЫВОДЫ 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9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9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56096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9"/>
          <p:cNvSpPr txBox="1">
            <a:spLocks noGrp="1"/>
          </p:cNvSpPr>
          <p:nvPr>
            <p:ph type="title"/>
          </p:nvPr>
        </p:nvSpPr>
        <p:spPr>
          <a:xfrm>
            <a:off x="1551298" y="2433429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Times New Roman"/>
              <a:buNone/>
            </a:pPr>
            <a:r>
              <a:rPr lang="ru-RU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359" name="Google Shape;359;p1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738" y="1558275"/>
            <a:ext cx="5870625" cy="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183" y="3249792"/>
            <a:ext cx="1043729" cy="104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112</Words>
  <Application>Microsoft Office PowerPoint</Application>
  <PresentationFormat>Экран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PT Sans</vt:lpstr>
      <vt:lpstr>Times New Roman</vt:lpstr>
      <vt:lpstr>Тема Office</vt:lpstr>
      <vt:lpstr>НАЗВАНИЕ ТЕМЫ</vt:lpstr>
      <vt:lpstr>АКТУАЛЬНОСТЬ</vt:lpstr>
      <vt:lpstr>ЦЕЛИ И ЗАДАЧИ*  *не более 5 задач</vt:lpstr>
      <vt:lpstr>РЕЗУЛЬТАТЫ ПО ЗАДАЧЕ 1</vt:lpstr>
      <vt:lpstr>РЕЗУЛЬТАТЫ ПО ЗАДАЧЕ 2</vt:lpstr>
      <vt:lpstr>РЕЗУЛЬТАТЫ ПО ЗАДАЧЕ 3</vt:lpstr>
      <vt:lpstr>РЕЗУЛЬТАТЫ ПО ЗАДАЧЕ 4</vt:lpstr>
      <vt:lpstr>РЕЗУЛЬТАТЫ ПО ЗАДАЧЕ 5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ГИБКАЯ МЕТОДОЛОГИЯ УПРАВЛЕНИЯ ПРОЕКТАМИ AGILE</dc:title>
  <dc:creator>Ольга</dc:creator>
  <cp:lastModifiedBy>Михаил Кузьмин</cp:lastModifiedBy>
  <cp:revision>43</cp:revision>
  <dcterms:created xsi:type="dcterms:W3CDTF">2022-06-09T15:01:43Z</dcterms:created>
  <dcterms:modified xsi:type="dcterms:W3CDTF">2026-05-08T08:03:20Z</dcterms:modified>
</cp:coreProperties>
</file>